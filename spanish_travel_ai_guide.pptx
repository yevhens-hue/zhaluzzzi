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¡Hola! Soy tu asistente de viajes con inteligencia artificial. Estoy aquí para ayudarte a planificar tu próxima aventura inolvidable en España y América Latina. Desde playas paradisíacas hasta ciudades históricas, diseñamos itinerarios personalizados al instante.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¿Buscas los mejores rincones ocultos de Barcelona, las calas secretas de Mallorca o la magia de Costa Rica? Te ofrecemos recomendaciones en tiempo real sobre hoteles, gastronomía y experiencias auténticas adaptadas a tu presupuesto.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pierdas horas buscando en internet. Deja que la tecnología trabaje para ti. Haz clic en el enlace, elige tu destino y prepárate para viajar como un local. ¡Nos vemos en tu próximo destino!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347472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4B8A6"/>
                </a:solidFill>
              </a:defRPr>
            </a:pPr>
            <a:r>
              <a:t>✨ ASISTENTE DE VIAJES INTELIGENTE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Descubre España y el Mundo</a:t>
            </a:r>
            <a:br/>
            <a:r>
              <a:t>con tu Guía de Viajes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Itinerarios hiperpersonalizados, rincones secretos y reservas en tiempo real adaptadas a tu estilo y presupuesto.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Destinos Exclusivos y Experiencias Auténticas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918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🇪🇸 España Mágica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Barcelona, Madrid &amp; Andalucía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Rutas gastronómicas, arquitectura icónica y secretos locales lejos de las multitudes.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011680"/>
            <a:ext cx="32918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🏖️ Islas y Costas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Baleares, Canarias &amp; Costa Brava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Calas escondidas, los mejores atardeceres y deportes acuáticos de primer nivel.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011680"/>
            <a:ext cx="32918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🌎 Joyas de Latinoamérica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México, Costa Rica &amp; Colombia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Aventura en la selva, playas tropicales y cultura ancestral inolvidable.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097280"/>
            <a:ext cx="853409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🚀 ¡Comienza tu Aventura Hoy Mismo!</a:t>
            </a:r>
          </a:p>
          <a:p>
            <a:pPr algn="ctr">
              <a:spcBef>
                <a:spcPts val="2000"/>
              </a:spcBef>
              <a:defRPr sz="1600">
                <a:solidFill>
                  <a:srgbClr val="94A3B8"/>
                </a:solidFill>
              </a:defRPr>
            </a:pPr>
            <a:r>
              <a:t>Deja que nuestro AI Influencer y motor inteligente diseñen tus vacaciones soñadas en segundos.</a:t>
            </a:r>
          </a:p>
          <a:p>
            <a:pPr algn="ctr">
              <a:spcBef>
                <a:spcPts val="3000"/>
              </a:spcBef>
              <a:defRPr sz="1800" b="1">
                <a:solidFill>
                  <a:srgbClr val="F59E0B"/>
                </a:solidFill>
              </a:defRPr>
            </a:pPr>
            <a:r>
              <a:t>👉 Haz clic en el enlace para descubrir tu itinerario personalizado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